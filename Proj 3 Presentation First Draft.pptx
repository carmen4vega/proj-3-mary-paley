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0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70" r:id="rId12"/>
    <p:sldId id="271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/>
  <p:notesSz cx="6858000" cy="9144000"/>
  <p:embeddedFontLst>
    <p:embeddedFont>
      <p:font typeface="Oswald"/>
      <p:regular r:id="rId24"/>
    </p:embeddedFont>
    <p:embeddedFont>
      <p:font typeface="Urbanist SemiBold" panose="020B0A04040200000203"/>
      <p:bold r:id="rId25"/>
      <p:boldItalic r:id="rId26"/>
    </p:embeddedFont>
    <p:embeddedFont>
      <p:font typeface="Urbanist Black" panose="020B0A04040200000203"/>
      <p:bold r:id="rId27"/>
    </p:embeddedFont>
    <p:embeddedFont>
      <p:font typeface="Urbanist" panose="020B0A04040200000203"/>
      <p:regular r:id="rId28"/>
    </p:embeddedFont>
    <p:embeddedFont>
      <p:font typeface="Oswald SemiBold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7728b4be6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47728b4be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7728b4be6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7728b4be6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7728b4be6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47728b4be6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4c29f0f6fd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4c29f0f6fd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47728b4be6_0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47728b4be6_0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7728b4be6_0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7728b4be6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7728b4be6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7728b4be6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47728b4be6_0_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47728b4be6_0_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7728b4be6_0_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47728b4be6_0_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47728b4be6_0_1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47728b4be6_0_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47728b4be6_0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47728b4be6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47728b4be6_0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47728b4be6_0_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47728b4be6_0_1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47728b4be6_0_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Cover">
  <p:cSld name="TITLE">
    <p:bg>
      <p:bgPr>
        <a:solidFill>
          <a:schemeClr val="lt2"/>
        </a:solidFill>
        <a:effectLst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228600" y="155500"/>
            <a:ext cx="8687100" cy="46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9pPr>
          </a:lstStyle>
          <a:p/>
        </p:txBody>
      </p:sp>
      <p:sp>
        <p:nvSpPr>
          <p:cNvPr id="55" name="Google Shape;55;p14"/>
          <p:cNvSpPr txBox="1"/>
          <p:nvPr>
            <p:ph type="subTitle" idx="1"/>
          </p:nvPr>
        </p:nvSpPr>
        <p:spPr>
          <a:xfrm>
            <a:off x="221550" y="2460150"/>
            <a:ext cx="87009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type="subTitle" idx="2"/>
          </p:nvPr>
        </p:nvSpPr>
        <p:spPr>
          <a:xfrm>
            <a:off x="221550" y="4565125"/>
            <a:ext cx="2086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type="subTitle" idx="3"/>
          </p:nvPr>
        </p:nvSpPr>
        <p:spPr>
          <a:xfrm>
            <a:off x="6829025" y="4565125"/>
            <a:ext cx="2086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What is a skate club">
  <p:cSld name="SECTION_HEADER">
    <p:bg>
      <p:bgPr>
        <a:solidFill>
          <a:schemeClr val="lt1"/>
        </a:solidFill>
        <a:effectLst/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15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60;p15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892500" y="811800"/>
            <a:ext cx="7359000" cy="3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9pPr>
          </a:lstStyle>
          <a:p/>
        </p:txBody>
      </p:sp>
      <p:sp>
        <p:nvSpPr>
          <p:cNvPr id="62" name="Google Shape;62;p15"/>
          <p:cNvSpPr txBox="1"/>
          <p:nvPr>
            <p:ph type="subTitle" idx="1"/>
          </p:nvPr>
        </p:nvSpPr>
        <p:spPr>
          <a:xfrm>
            <a:off x="3528750" y="457200"/>
            <a:ext cx="2086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type="subTitle" idx="2"/>
          </p:nvPr>
        </p:nvSpPr>
        <p:spPr>
          <a:xfrm>
            <a:off x="3528750" y="4564701"/>
            <a:ext cx="2086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9pPr>
          </a:lstStyle>
          <a:p/>
        </p:txBody>
      </p:sp>
      <p:sp>
        <p:nvSpPr>
          <p:cNvPr id="64" name="Google Shape;64;p15"/>
          <p:cNvSpPr/>
          <p:nvPr>
            <p:ph type="pic" idx="3"/>
          </p:nvPr>
        </p:nvSpPr>
        <p:spPr>
          <a:xfrm>
            <a:off x="228600" y="2348775"/>
            <a:ext cx="1345200" cy="177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5"/>
          <p:cNvSpPr/>
          <p:nvPr>
            <p:ph type="pic" idx="4"/>
          </p:nvPr>
        </p:nvSpPr>
        <p:spPr>
          <a:xfrm>
            <a:off x="6713075" y="4015650"/>
            <a:ext cx="2205600" cy="903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Skate club members">
  <p:cSld name="TITLE_AND_BODY">
    <p:bg>
      <p:bgPr>
        <a:solidFill>
          <a:schemeClr val="dk2"/>
        </a:solidFill>
        <a:effectLst/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311725"/>
            <a:ext cx="8687100" cy="10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6"/>
          <p:cNvSpPr/>
          <p:nvPr>
            <p:ph type="pic" idx="2"/>
          </p:nvPr>
        </p:nvSpPr>
        <p:spPr>
          <a:xfrm>
            <a:off x="228600" y="1759200"/>
            <a:ext cx="1345200" cy="2614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6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" name="Google Shape;70;p16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lt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71" name="Google Shape;71;p16"/>
          <p:cNvSpPr/>
          <p:nvPr>
            <p:ph type="pic" idx="3"/>
          </p:nvPr>
        </p:nvSpPr>
        <p:spPr>
          <a:xfrm>
            <a:off x="1696950" y="1759200"/>
            <a:ext cx="1345200" cy="2614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6"/>
          <p:cNvSpPr/>
          <p:nvPr>
            <p:ph type="pic" idx="4"/>
          </p:nvPr>
        </p:nvSpPr>
        <p:spPr>
          <a:xfrm>
            <a:off x="3165300" y="1759200"/>
            <a:ext cx="1345200" cy="2614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/>
          <p:nvPr>
            <p:ph type="pic" idx="5"/>
          </p:nvPr>
        </p:nvSpPr>
        <p:spPr>
          <a:xfrm>
            <a:off x="4633650" y="1759200"/>
            <a:ext cx="1345200" cy="2614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type="pic" idx="6"/>
          </p:nvPr>
        </p:nvSpPr>
        <p:spPr>
          <a:xfrm>
            <a:off x="6102000" y="1759200"/>
            <a:ext cx="1345200" cy="2614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type="pic" idx="7"/>
          </p:nvPr>
        </p:nvSpPr>
        <p:spPr>
          <a:xfrm>
            <a:off x="7570350" y="1759200"/>
            <a:ext cx="1345200" cy="2614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type="subTitle" idx="1"/>
          </p:nvPr>
        </p:nvSpPr>
        <p:spPr>
          <a:xfrm>
            <a:off x="228600" y="4470900"/>
            <a:ext cx="13452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type="subTitle" idx="8"/>
          </p:nvPr>
        </p:nvSpPr>
        <p:spPr>
          <a:xfrm>
            <a:off x="1696950" y="4470900"/>
            <a:ext cx="13452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type="subTitle" idx="9"/>
          </p:nvPr>
        </p:nvSpPr>
        <p:spPr>
          <a:xfrm>
            <a:off x="3165300" y="4470900"/>
            <a:ext cx="13452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type="subTitle" idx="13"/>
          </p:nvPr>
        </p:nvSpPr>
        <p:spPr>
          <a:xfrm>
            <a:off x="4633650" y="4470900"/>
            <a:ext cx="13452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subTitle" idx="14"/>
          </p:nvPr>
        </p:nvSpPr>
        <p:spPr>
          <a:xfrm>
            <a:off x="6102000" y="4470900"/>
            <a:ext cx="13452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type="subTitle" idx="15"/>
          </p:nvPr>
        </p:nvSpPr>
        <p:spPr>
          <a:xfrm>
            <a:off x="7570350" y="4470900"/>
            <a:ext cx="13452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 panose="020B0A04040200000203"/>
              <a:buNone/>
              <a:defRPr sz="12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What's fun about the skate club">
  <p:cSld name="TITLE_AND_TWO_COLUMNS">
    <p:bg>
      <p:bgPr>
        <a:solidFill>
          <a:schemeClr val="lt2"/>
        </a:solidFill>
        <a:effectLst/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p17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" name="Google Shape;84;p17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839700" y="23492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subTitle" idx="1"/>
          </p:nvPr>
        </p:nvSpPr>
        <p:spPr>
          <a:xfrm>
            <a:off x="1573900" y="155025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type="title" idx="2"/>
          </p:nvPr>
        </p:nvSpPr>
        <p:spPr>
          <a:xfrm>
            <a:off x="839700" y="1749688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type="subTitle" idx="3"/>
          </p:nvPr>
        </p:nvSpPr>
        <p:spPr>
          <a:xfrm>
            <a:off x="1574000" y="3065013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type="title" idx="4"/>
          </p:nvPr>
        </p:nvSpPr>
        <p:spPr>
          <a:xfrm>
            <a:off x="839700" y="326447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type="subTitle" idx="5"/>
          </p:nvPr>
        </p:nvSpPr>
        <p:spPr>
          <a:xfrm>
            <a:off x="1574000" y="457980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Date, time &amp; location">
  <p:cSld name="TITLE_ONLY">
    <p:bg>
      <p:bgPr>
        <a:solidFill>
          <a:schemeClr val="lt1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8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8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839700" y="23492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type="subTitle" idx="1"/>
          </p:nvPr>
        </p:nvSpPr>
        <p:spPr>
          <a:xfrm>
            <a:off x="1573900" y="155025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96" name="Google Shape;96;p18"/>
          <p:cNvSpPr txBox="1"/>
          <p:nvPr>
            <p:ph type="title" idx="2"/>
          </p:nvPr>
        </p:nvSpPr>
        <p:spPr>
          <a:xfrm>
            <a:off x="839700" y="1749688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type="subTitle" idx="3"/>
          </p:nvPr>
        </p:nvSpPr>
        <p:spPr>
          <a:xfrm>
            <a:off x="1574000" y="3065013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type="title" idx="4"/>
          </p:nvPr>
        </p:nvSpPr>
        <p:spPr>
          <a:xfrm>
            <a:off x="839700" y="326447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type="subTitle" idx="5"/>
          </p:nvPr>
        </p:nvSpPr>
        <p:spPr>
          <a:xfrm>
            <a:off x="1574000" y="457980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you need">
  <p:cSld name="ONE_COLUMN_TEXT">
    <p:bg>
      <p:bgPr>
        <a:solidFill>
          <a:schemeClr val="dk2"/>
        </a:solidFill>
        <a:effectLst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19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9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lt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103" name="Google Shape;103;p19"/>
          <p:cNvSpPr/>
          <p:nvPr>
            <p:ph type="pic" idx="2"/>
          </p:nvPr>
        </p:nvSpPr>
        <p:spPr>
          <a:xfrm>
            <a:off x="228600" y="1759200"/>
            <a:ext cx="2079300" cy="26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/>
          <p:nvPr>
            <p:ph type="pic" idx="3"/>
          </p:nvPr>
        </p:nvSpPr>
        <p:spPr>
          <a:xfrm>
            <a:off x="2431375" y="1759200"/>
            <a:ext cx="2079300" cy="26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9"/>
          <p:cNvSpPr/>
          <p:nvPr>
            <p:ph type="pic" idx="4"/>
          </p:nvPr>
        </p:nvSpPr>
        <p:spPr>
          <a:xfrm>
            <a:off x="4633675" y="1759200"/>
            <a:ext cx="2079300" cy="26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/>
          <p:nvPr>
            <p:ph type="pic" idx="5"/>
          </p:nvPr>
        </p:nvSpPr>
        <p:spPr>
          <a:xfrm>
            <a:off x="6836125" y="1759200"/>
            <a:ext cx="2079300" cy="26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9"/>
          <p:cNvSpPr txBox="1"/>
          <p:nvPr>
            <p:ph type="subTitle" idx="1"/>
          </p:nvPr>
        </p:nvSpPr>
        <p:spPr>
          <a:xfrm>
            <a:off x="228600" y="4470900"/>
            <a:ext cx="20793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type="subTitle" idx="6"/>
          </p:nvPr>
        </p:nvSpPr>
        <p:spPr>
          <a:xfrm>
            <a:off x="2431375" y="4470900"/>
            <a:ext cx="20793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type="subTitle" idx="7"/>
          </p:nvPr>
        </p:nvSpPr>
        <p:spPr>
          <a:xfrm>
            <a:off x="4634150" y="4470900"/>
            <a:ext cx="20793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9"/>
          <p:cNvSpPr txBox="1"/>
          <p:nvPr>
            <p:ph type="subTitle" idx="8"/>
          </p:nvPr>
        </p:nvSpPr>
        <p:spPr>
          <a:xfrm>
            <a:off x="6836125" y="4470900"/>
            <a:ext cx="20793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swald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ying safe">
  <p:cSld name="MAIN_POINT">
    <p:bg>
      <p:bgPr>
        <a:solidFill>
          <a:schemeClr val="lt2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225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type="subTitle" idx="1"/>
          </p:nvPr>
        </p:nvSpPr>
        <p:spPr>
          <a:xfrm>
            <a:off x="1573900" y="185505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 SemiBold" panose="020B0A04040200000203"/>
              <a:buNone/>
              <a:defRPr sz="16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cxnSp>
        <p:nvCxnSpPr>
          <p:cNvPr id="115" name="Google Shape;115;p20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116;p20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cxnSp>
        <p:nvCxnSpPr>
          <p:cNvPr id="117" name="Google Shape;117;p20"/>
          <p:cNvCxnSpPr/>
          <p:nvPr/>
        </p:nvCxnSpPr>
        <p:spPr>
          <a:xfrm>
            <a:off x="229925" y="3634825"/>
            <a:ext cx="8687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" name="Google Shape;118;p20"/>
          <p:cNvSpPr txBox="1"/>
          <p:nvPr>
            <p:ph type="subTitle" idx="2"/>
          </p:nvPr>
        </p:nvSpPr>
        <p:spPr>
          <a:xfrm>
            <a:off x="229050" y="3833825"/>
            <a:ext cx="4359000" cy="10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rmation slide">
  <p:cSld name="SECTION_TITLE_AND_DESCRIPTION">
    <p:bg>
      <p:bgPr>
        <a:solidFill>
          <a:schemeClr val="lt1"/>
        </a:solidFill>
        <a:effectLst/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21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" name="Google Shape;121;p21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122" name="Google Shape;122;p21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Oswald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type="subTitle" idx="1"/>
          </p:nvPr>
        </p:nvSpPr>
        <p:spPr>
          <a:xfrm>
            <a:off x="2308050" y="1397850"/>
            <a:ext cx="45282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124" name="Google Shape;124;p21"/>
          <p:cNvSpPr/>
          <p:nvPr>
            <p:ph type="pic" idx="2"/>
          </p:nvPr>
        </p:nvSpPr>
        <p:spPr>
          <a:xfrm>
            <a:off x="229050" y="2177150"/>
            <a:ext cx="8689800" cy="274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w to join">
  <p:cSld name="CAPTION_ONLY">
    <p:bg>
      <p:bgPr>
        <a:solidFill>
          <a:schemeClr val="dk2"/>
        </a:solidFill>
        <a:effectLst/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22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22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lt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225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type="subTitle" idx="1"/>
          </p:nvPr>
        </p:nvSpPr>
        <p:spPr>
          <a:xfrm>
            <a:off x="2308050" y="3255225"/>
            <a:ext cx="45282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130" name="Google Shape;130;p22"/>
          <p:cNvSpPr txBox="1"/>
          <p:nvPr>
            <p:ph type="subTitle" idx="2"/>
          </p:nvPr>
        </p:nvSpPr>
        <p:spPr>
          <a:xfrm>
            <a:off x="3532200" y="2933625"/>
            <a:ext cx="20796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type="subTitle" idx="3"/>
          </p:nvPr>
        </p:nvSpPr>
        <p:spPr>
          <a:xfrm>
            <a:off x="2306400" y="4214700"/>
            <a:ext cx="45282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 panose="020B0A04040200000203"/>
              <a:buNone/>
              <a:defRPr sz="1200">
                <a:solidFill>
                  <a:schemeClr val="lt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type="subTitle" idx="4"/>
          </p:nvPr>
        </p:nvSpPr>
        <p:spPr>
          <a:xfrm>
            <a:off x="3530550" y="3893100"/>
            <a:ext cx="20796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 panose="020B0A04040200000203"/>
              <a:buNone/>
              <a:defRPr sz="1600" b="1">
                <a:solidFill>
                  <a:schemeClr val="lt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Qs">
  <p:cSld name="BIG_NUMBER">
    <p:bg>
      <p:bgPr>
        <a:solidFill>
          <a:schemeClr val="lt2"/>
        </a:solidFill>
        <a:effectLst/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225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9pPr>
          </a:lstStyle>
          <a:p/>
        </p:txBody>
      </p:sp>
      <p:cxnSp>
        <p:nvCxnSpPr>
          <p:cNvPr id="135" name="Google Shape;135;p23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23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137" name="Google Shape;137;p23"/>
          <p:cNvSpPr txBox="1"/>
          <p:nvPr>
            <p:ph type="title" idx="2"/>
          </p:nvPr>
        </p:nvSpPr>
        <p:spPr>
          <a:xfrm>
            <a:off x="229050" y="2751928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0"/>
              <a:buFont typeface="Oswald"/>
              <a:buNone/>
              <a:defRPr sz="17000"/>
            </a:lvl9pPr>
          </a:lstStyle>
          <a:p/>
        </p:txBody>
      </p:sp>
      <p:sp>
        <p:nvSpPr>
          <p:cNvPr id="138" name="Google Shape;138;p23"/>
          <p:cNvSpPr txBox="1"/>
          <p:nvPr>
            <p:ph type="subTitle" idx="1"/>
          </p:nvPr>
        </p:nvSpPr>
        <p:spPr>
          <a:xfrm>
            <a:off x="3045748" y="1256075"/>
            <a:ext cx="58698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 SemiBold" panose="020B0A04040200000203"/>
              <a:buNone/>
              <a:defRPr sz="16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139" name="Google Shape;139;p23"/>
          <p:cNvSpPr txBox="1"/>
          <p:nvPr>
            <p:ph type="subTitle" idx="3"/>
          </p:nvPr>
        </p:nvSpPr>
        <p:spPr>
          <a:xfrm>
            <a:off x="3042250" y="3939625"/>
            <a:ext cx="58698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 SemiBold" panose="020B0A04040200000203"/>
              <a:buNone/>
              <a:defRPr sz="16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Thank you">
  <p:cSld name="BLANK">
    <p:bg>
      <p:bgPr>
        <a:solidFill>
          <a:schemeClr val="lt1"/>
        </a:solidFill>
        <a:effectLst/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24"/>
          <p:cNvCxnSpPr/>
          <p:nvPr/>
        </p:nvCxnSpPr>
        <p:spPr>
          <a:xfrm>
            <a:off x="229050" y="311125"/>
            <a:ext cx="8689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" name="Google Shape;142;p24"/>
          <p:cNvSpPr txBox="1"/>
          <p:nvPr/>
        </p:nvSpPr>
        <p:spPr>
          <a:xfrm>
            <a:off x="130287" y="79125"/>
            <a:ext cx="9597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PAGE  </a:t>
            </a:r>
            <a:fld id="{00000000-1234-1234-1234-123412341234}" type="slidenum"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</a:fld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143" name="Google Shape;143;p24"/>
          <p:cNvSpPr/>
          <p:nvPr>
            <p:ph type="pic" idx="2"/>
          </p:nvPr>
        </p:nvSpPr>
        <p:spPr>
          <a:xfrm>
            <a:off x="229050" y="1940475"/>
            <a:ext cx="2079000" cy="29796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4"/>
          <p:cNvSpPr/>
          <p:nvPr>
            <p:ph type="pic" idx="3"/>
          </p:nvPr>
        </p:nvSpPr>
        <p:spPr>
          <a:xfrm>
            <a:off x="2431150" y="1940475"/>
            <a:ext cx="3547800" cy="13812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4"/>
          <p:cNvSpPr/>
          <p:nvPr>
            <p:ph type="pic" idx="4"/>
          </p:nvPr>
        </p:nvSpPr>
        <p:spPr>
          <a:xfrm>
            <a:off x="2431150" y="3444675"/>
            <a:ext cx="3547800" cy="14754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4"/>
          <p:cNvSpPr/>
          <p:nvPr>
            <p:ph type="pic" idx="5"/>
          </p:nvPr>
        </p:nvSpPr>
        <p:spPr>
          <a:xfrm>
            <a:off x="4633850" y="457200"/>
            <a:ext cx="4284900" cy="13812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4"/>
          <p:cNvSpPr/>
          <p:nvPr>
            <p:ph type="pic" idx="6"/>
          </p:nvPr>
        </p:nvSpPr>
        <p:spPr>
          <a:xfrm>
            <a:off x="6102050" y="1964525"/>
            <a:ext cx="2813400" cy="1310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24"/>
          <p:cNvSpPr txBox="1"/>
          <p:nvPr>
            <p:ph type="title"/>
          </p:nvPr>
        </p:nvSpPr>
        <p:spPr>
          <a:xfrm>
            <a:off x="225600" y="234925"/>
            <a:ext cx="51423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9pPr>
          </a:lstStyle>
          <a:p/>
        </p:txBody>
      </p:sp>
      <p:sp>
        <p:nvSpPr>
          <p:cNvPr id="149" name="Google Shape;149;p24"/>
          <p:cNvSpPr txBox="1"/>
          <p:nvPr>
            <p:ph type="title" idx="7"/>
          </p:nvPr>
        </p:nvSpPr>
        <p:spPr>
          <a:xfrm>
            <a:off x="6102050" y="3349425"/>
            <a:ext cx="28134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swald"/>
              <a:buNone/>
              <a:defRPr sz="12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oin us">
  <p:cSld name="CUSTOM">
    <p:bg>
      <p:bgPr>
        <a:solidFill>
          <a:schemeClr val="dk2"/>
        </a:solidFill>
        <a:effectLst/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/>
          <p:nvPr>
            <p:ph type="pic" idx="2"/>
          </p:nvPr>
        </p:nvSpPr>
        <p:spPr>
          <a:xfrm>
            <a:off x="767425" y="-956950"/>
            <a:ext cx="2595600" cy="17667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5"/>
          <p:cNvSpPr/>
          <p:nvPr>
            <p:ph type="pic" idx="3"/>
          </p:nvPr>
        </p:nvSpPr>
        <p:spPr>
          <a:xfrm>
            <a:off x="5673350" y="-491325"/>
            <a:ext cx="2079600" cy="2612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5"/>
          <p:cNvSpPr/>
          <p:nvPr>
            <p:ph type="pic" idx="4"/>
          </p:nvPr>
        </p:nvSpPr>
        <p:spPr>
          <a:xfrm>
            <a:off x="767425" y="1537225"/>
            <a:ext cx="3547800" cy="22242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5"/>
          <p:cNvSpPr/>
          <p:nvPr>
            <p:ph type="pic" idx="5"/>
          </p:nvPr>
        </p:nvSpPr>
        <p:spPr>
          <a:xfrm>
            <a:off x="0" y="4299950"/>
            <a:ext cx="2595600" cy="17667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5"/>
          <p:cNvSpPr/>
          <p:nvPr>
            <p:ph type="pic" idx="6"/>
          </p:nvPr>
        </p:nvSpPr>
        <p:spPr>
          <a:xfrm>
            <a:off x="6382725" y="3109975"/>
            <a:ext cx="3267300" cy="22239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25"/>
          <p:cNvSpPr txBox="1"/>
          <p:nvPr>
            <p:ph type="title"/>
          </p:nvPr>
        </p:nvSpPr>
        <p:spPr>
          <a:xfrm>
            <a:off x="2100900" y="1600650"/>
            <a:ext cx="4942200" cy="19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Oswald"/>
              <a:buNone/>
              <a:defRPr sz="1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kate club poster">
  <p:cSld name="CUSTOM_1">
    <p:bg>
      <p:bgPr>
        <a:solidFill>
          <a:schemeClr val="lt2"/>
        </a:solidFill>
        <a:effectLst/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Google Shape;158;p26"/>
          <p:cNvCxnSpPr/>
          <p:nvPr/>
        </p:nvCxnSpPr>
        <p:spPr>
          <a:xfrm>
            <a:off x="218250" y="159225"/>
            <a:ext cx="870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" name="Google Shape;159;p26"/>
          <p:cNvSpPr txBox="1"/>
          <p:nvPr>
            <p:ph type="title"/>
          </p:nvPr>
        </p:nvSpPr>
        <p:spPr>
          <a:xfrm>
            <a:off x="0" y="68925"/>
            <a:ext cx="91440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Font typeface="Oswald"/>
              <a:buNone/>
              <a:defRPr sz="1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Oswald"/>
              <a:buNone/>
              <a:defRPr sz="131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Oswald"/>
              <a:buNone/>
              <a:defRPr sz="131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Oswald"/>
              <a:buNone/>
              <a:defRPr sz="131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Oswald"/>
              <a:buNone/>
              <a:defRPr sz="131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Oswald"/>
              <a:buNone/>
              <a:defRPr sz="131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Oswald"/>
              <a:buNone/>
              <a:defRPr sz="131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Oswald"/>
              <a:buNone/>
              <a:defRPr sz="131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Oswald"/>
              <a:buNone/>
              <a:defRPr sz="13100"/>
            </a:lvl9pPr>
          </a:lstStyle>
          <a:p/>
        </p:txBody>
      </p:sp>
      <p:sp>
        <p:nvSpPr>
          <p:cNvPr id="160" name="Google Shape;160;p26"/>
          <p:cNvSpPr txBox="1"/>
          <p:nvPr>
            <p:ph type="subTitle" idx="1"/>
          </p:nvPr>
        </p:nvSpPr>
        <p:spPr>
          <a:xfrm>
            <a:off x="2308050" y="1962550"/>
            <a:ext cx="45282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type="title" idx="2"/>
          </p:nvPr>
        </p:nvSpPr>
        <p:spPr>
          <a:xfrm>
            <a:off x="1696950" y="3712025"/>
            <a:ext cx="5750100" cy="11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/>
            </a:lvl9pPr>
          </a:lstStyle>
          <a:p/>
        </p:txBody>
      </p:sp>
      <p:sp>
        <p:nvSpPr>
          <p:cNvPr id="162" name="Google Shape;162;p26"/>
          <p:cNvSpPr/>
          <p:nvPr>
            <p:ph type="pic" idx="3"/>
          </p:nvPr>
        </p:nvSpPr>
        <p:spPr>
          <a:xfrm>
            <a:off x="231325" y="2043175"/>
            <a:ext cx="1910400" cy="23016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6"/>
          <p:cNvSpPr/>
          <p:nvPr>
            <p:ph type="pic" idx="4"/>
          </p:nvPr>
        </p:nvSpPr>
        <p:spPr>
          <a:xfrm>
            <a:off x="6640275" y="3932475"/>
            <a:ext cx="2285400" cy="9876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6"/>
          <p:cNvSpPr txBox="1"/>
          <p:nvPr>
            <p:ph type="subTitle" idx="5"/>
          </p:nvPr>
        </p:nvSpPr>
        <p:spPr>
          <a:xfrm>
            <a:off x="136075" y="4344775"/>
            <a:ext cx="2076600" cy="5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165" name="Google Shape;165;p26"/>
          <p:cNvSpPr txBox="1"/>
          <p:nvPr>
            <p:ph type="subTitle" idx="6"/>
          </p:nvPr>
        </p:nvSpPr>
        <p:spPr>
          <a:xfrm>
            <a:off x="7447050" y="1884600"/>
            <a:ext cx="1392300" cy="5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None/>
              <a:defRPr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2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3">
    <p:bg>
      <p:bgPr>
        <a:solidFill>
          <a:schemeClr val="lt2"/>
        </a:solidFill>
        <a:effectLst/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228600" y="155500"/>
            <a:ext cx="8687100" cy="46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Oswald"/>
              <a:buNone/>
              <a:defRPr sz="20000"/>
            </a:lvl9pPr>
          </a:lstStyle>
          <a:p/>
        </p:txBody>
      </p:sp>
      <p:sp>
        <p:nvSpPr>
          <p:cNvPr id="169" name="Google Shape;169;p28"/>
          <p:cNvSpPr txBox="1"/>
          <p:nvPr>
            <p:ph type="subTitle" idx="1"/>
          </p:nvPr>
        </p:nvSpPr>
        <p:spPr>
          <a:xfrm>
            <a:off x="221550" y="4565125"/>
            <a:ext cx="2086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bg>
      <p:bgPr>
        <a:solidFill>
          <a:schemeClr val="lt1"/>
        </a:solidFill>
        <a:effectLst/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Oswald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5">
    <p:bg>
      <p:bgPr>
        <a:solidFill>
          <a:schemeClr val="dk2"/>
        </a:solidFill>
        <a:effectLst/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00"/>
              <a:buFont typeface="Oswald"/>
              <a:buNone/>
              <a:defRPr sz="8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type="body" idx="1"/>
          </p:nvPr>
        </p:nvSpPr>
        <p:spPr>
          <a:xfrm>
            <a:off x="228600" y="3110625"/>
            <a:ext cx="8686800" cy="18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6">
    <p:bg>
      <p:bgPr>
        <a:solidFill>
          <a:schemeClr val="lt2"/>
        </a:solidFill>
        <a:effectLst/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Oswald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177" name="Google Shape;177;p31"/>
          <p:cNvSpPr txBox="1"/>
          <p:nvPr>
            <p:ph type="body" idx="1"/>
          </p:nvPr>
        </p:nvSpPr>
        <p:spPr>
          <a:xfrm>
            <a:off x="2736600" y="4068300"/>
            <a:ext cx="36708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  <p:sp>
        <p:nvSpPr>
          <p:cNvPr id="178" name="Google Shape;178;p31"/>
          <p:cNvSpPr txBox="1"/>
          <p:nvPr>
            <p:ph type="body" idx="2"/>
          </p:nvPr>
        </p:nvSpPr>
        <p:spPr>
          <a:xfrm>
            <a:off x="2736600" y="2938200"/>
            <a:ext cx="36708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7">
    <p:bg>
      <p:bgPr>
        <a:solidFill>
          <a:schemeClr val="lt1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Oswald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one column text">
  <p:cSld name="CUSTOM_8">
    <p:bg>
      <p:bgPr>
        <a:solidFill>
          <a:schemeClr val="dk2"/>
        </a:solidFill>
        <a:effectLst/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892500" y="811800"/>
            <a:ext cx="7359000" cy="18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swald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swald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swald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swald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swald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swald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swald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swald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swa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33"/>
          <p:cNvSpPr txBox="1"/>
          <p:nvPr>
            <p:ph type="subTitle" idx="1"/>
          </p:nvPr>
        </p:nvSpPr>
        <p:spPr>
          <a:xfrm>
            <a:off x="3528750" y="457200"/>
            <a:ext cx="2086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type="body" idx="2"/>
          </p:nvPr>
        </p:nvSpPr>
        <p:spPr>
          <a:xfrm>
            <a:off x="892500" y="3110625"/>
            <a:ext cx="7359000" cy="18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CUSTOM_9">
    <p:bg>
      <p:bgPr>
        <a:solidFill>
          <a:schemeClr val="lt2"/>
        </a:solidFill>
        <a:effectLst/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Oswald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CUSTOM_10">
    <p:bg>
      <p:bgPr>
        <a:solidFill>
          <a:schemeClr val="lt1"/>
        </a:solidFill>
        <a:effectLst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839700" y="23492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189" name="Google Shape;189;p35"/>
          <p:cNvSpPr txBox="1"/>
          <p:nvPr>
            <p:ph type="subTitle" idx="1"/>
          </p:nvPr>
        </p:nvSpPr>
        <p:spPr>
          <a:xfrm>
            <a:off x="1573900" y="155025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11">
    <p:bg>
      <p:bgPr>
        <a:solidFill>
          <a:schemeClr val="dk2"/>
        </a:solidFill>
        <a:effectLst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body" idx="1"/>
          </p:nvPr>
        </p:nvSpPr>
        <p:spPr>
          <a:xfrm>
            <a:off x="228600" y="3944600"/>
            <a:ext cx="8686800" cy="9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12">
    <p:bg>
      <p:bgPr>
        <a:solidFill>
          <a:schemeClr val="lt2"/>
        </a:solidFill>
        <a:effectLst/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title"/>
          </p:nvPr>
        </p:nvSpPr>
        <p:spPr>
          <a:xfrm>
            <a:off x="225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Oswald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type="body" idx="1"/>
          </p:nvPr>
        </p:nvSpPr>
        <p:spPr>
          <a:xfrm>
            <a:off x="228600" y="3110625"/>
            <a:ext cx="8686800" cy="18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13">
    <p:bg>
      <p:bgPr>
        <a:solidFill>
          <a:schemeClr val="lt1"/>
        </a:solidFill>
        <a:effectLst/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839700" y="23492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197" name="Google Shape;197;p38"/>
          <p:cNvSpPr txBox="1"/>
          <p:nvPr>
            <p:ph type="subTitle" idx="1"/>
          </p:nvPr>
        </p:nvSpPr>
        <p:spPr>
          <a:xfrm>
            <a:off x="1573800" y="155025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198" name="Google Shape;198;p38"/>
          <p:cNvSpPr txBox="1"/>
          <p:nvPr>
            <p:ph type="subTitle" idx="2"/>
          </p:nvPr>
        </p:nvSpPr>
        <p:spPr>
          <a:xfrm>
            <a:off x="1573800" y="203997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type="subTitle" idx="3"/>
          </p:nvPr>
        </p:nvSpPr>
        <p:spPr>
          <a:xfrm>
            <a:off x="1573800" y="252969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type="subTitle" idx="4"/>
          </p:nvPr>
        </p:nvSpPr>
        <p:spPr>
          <a:xfrm>
            <a:off x="1573800" y="301941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201" name="Google Shape;201;p38"/>
          <p:cNvSpPr txBox="1"/>
          <p:nvPr>
            <p:ph type="subTitle" idx="5"/>
          </p:nvPr>
        </p:nvSpPr>
        <p:spPr>
          <a:xfrm>
            <a:off x="1573800" y="350913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202" name="Google Shape;202;p38"/>
          <p:cNvSpPr txBox="1"/>
          <p:nvPr>
            <p:ph type="subTitle" idx="6"/>
          </p:nvPr>
        </p:nvSpPr>
        <p:spPr>
          <a:xfrm>
            <a:off x="1573800" y="399885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14">
    <p:bg>
      <p:bgPr>
        <a:solidFill>
          <a:schemeClr val="dk2"/>
        </a:solidFill>
        <a:effectLst/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00"/>
              <a:buFont typeface="Oswald"/>
              <a:buNone/>
              <a:defRPr sz="8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39"/>
          <p:cNvSpPr/>
          <p:nvPr>
            <p:ph type="pic" idx="2"/>
          </p:nvPr>
        </p:nvSpPr>
        <p:spPr>
          <a:xfrm>
            <a:off x="229050" y="1699937"/>
            <a:ext cx="8689800" cy="2265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type="body" idx="1"/>
          </p:nvPr>
        </p:nvSpPr>
        <p:spPr>
          <a:xfrm>
            <a:off x="1573900" y="4089550"/>
            <a:ext cx="5996400" cy="8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5">
    <p:bg>
      <p:bgPr>
        <a:solidFill>
          <a:schemeClr val="lt2"/>
        </a:solidFill>
        <a:effectLst/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/>
          <p:nvPr>
            <p:ph type="title"/>
          </p:nvPr>
        </p:nvSpPr>
        <p:spPr>
          <a:xfrm>
            <a:off x="839700" y="23492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209" name="Google Shape;209;p40"/>
          <p:cNvSpPr txBox="1"/>
          <p:nvPr>
            <p:ph type="subTitle" idx="1"/>
          </p:nvPr>
        </p:nvSpPr>
        <p:spPr>
          <a:xfrm>
            <a:off x="1573800" y="1814200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type="body" idx="2"/>
          </p:nvPr>
        </p:nvSpPr>
        <p:spPr>
          <a:xfrm>
            <a:off x="1696800" y="2262125"/>
            <a:ext cx="57504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  <p:sp>
        <p:nvSpPr>
          <p:cNvPr id="211" name="Google Shape;211;p40"/>
          <p:cNvSpPr txBox="1"/>
          <p:nvPr>
            <p:ph type="subTitle" idx="3"/>
          </p:nvPr>
        </p:nvSpPr>
        <p:spPr>
          <a:xfrm>
            <a:off x="1573800" y="2992042"/>
            <a:ext cx="59964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SemiBold" panose="020B0A04040200000203"/>
              <a:buNone/>
              <a:defRPr sz="1200"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  <p:sp>
        <p:nvSpPr>
          <p:cNvPr id="212" name="Google Shape;212;p40"/>
          <p:cNvSpPr txBox="1"/>
          <p:nvPr>
            <p:ph type="body" idx="4"/>
          </p:nvPr>
        </p:nvSpPr>
        <p:spPr>
          <a:xfrm>
            <a:off x="1696800" y="3439967"/>
            <a:ext cx="57504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16">
    <p:bg>
      <p:bgPr>
        <a:solidFill>
          <a:schemeClr val="lt1"/>
        </a:solidFill>
        <a:effectLst/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839700" y="23492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215" name="Google Shape;215;p41"/>
          <p:cNvSpPr txBox="1"/>
          <p:nvPr>
            <p:ph type="subTitle" idx="1"/>
          </p:nvPr>
        </p:nvSpPr>
        <p:spPr>
          <a:xfrm>
            <a:off x="228600" y="2946900"/>
            <a:ext cx="28137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9pPr>
          </a:lstStyle>
          <a:p/>
        </p:txBody>
      </p:sp>
      <p:sp>
        <p:nvSpPr>
          <p:cNvPr id="216" name="Google Shape;216;p41"/>
          <p:cNvSpPr txBox="1"/>
          <p:nvPr>
            <p:ph type="subTitle" idx="2"/>
          </p:nvPr>
        </p:nvSpPr>
        <p:spPr>
          <a:xfrm>
            <a:off x="3165300" y="2946900"/>
            <a:ext cx="28137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9pPr>
          </a:lstStyle>
          <a:p/>
        </p:txBody>
      </p:sp>
      <p:sp>
        <p:nvSpPr>
          <p:cNvPr id="217" name="Google Shape;217;p41"/>
          <p:cNvSpPr txBox="1"/>
          <p:nvPr>
            <p:ph type="subTitle" idx="3"/>
          </p:nvPr>
        </p:nvSpPr>
        <p:spPr>
          <a:xfrm>
            <a:off x="6101950" y="2946900"/>
            <a:ext cx="28137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Urbanist Black" panose="020B0A04040200000203"/>
              <a:buNone/>
              <a:defRPr/>
            </a:lvl9pPr>
          </a:lstStyle>
          <a:p/>
        </p:txBody>
      </p:sp>
      <p:sp>
        <p:nvSpPr>
          <p:cNvPr id="218" name="Google Shape;218;p41"/>
          <p:cNvSpPr txBox="1"/>
          <p:nvPr>
            <p:ph type="body" idx="4"/>
          </p:nvPr>
        </p:nvSpPr>
        <p:spPr>
          <a:xfrm>
            <a:off x="228600" y="3678100"/>
            <a:ext cx="28137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  <p:sp>
        <p:nvSpPr>
          <p:cNvPr id="219" name="Google Shape;219;p41"/>
          <p:cNvSpPr txBox="1"/>
          <p:nvPr>
            <p:ph type="body" idx="5"/>
          </p:nvPr>
        </p:nvSpPr>
        <p:spPr>
          <a:xfrm>
            <a:off x="3165300" y="3678100"/>
            <a:ext cx="28137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  <p:sp>
        <p:nvSpPr>
          <p:cNvPr id="220" name="Google Shape;220;p41"/>
          <p:cNvSpPr txBox="1"/>
          <p:nvPr>
            <p:ph type="body" idx="6"/>
          </p:nvPr>
        </p:nvSpPr>
        <p:spPr>
          <a:xfrm>
            <a:off x="6102000" y="3678100"/>
            <a:ext cx="28137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17">
    <p:bg>
      <p:bgPr>
        <a:solidFill>
          <a:schemeClr val="dk2"/>
        </a:solidFill>
        <a:effectLst/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>
            <p:ph type="title"/>
          </p:nvPr>
        </p:nvSpPr>
        <p:spPr>
          <a:xfrm>
            <a:off x="839700" y="23492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42"/>
          <p:cNvSpPr txBox="1"/>
          <p:nvPr>
            <p:ph type="subTitle" idx="1"/>
          </p:nvPr>
        </p:nvSpPr>
        <p:spPr>
          <a:xfrm>
            <a:off x="228600" y="2946900"/>
            <a:ext cx="20793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42"/>
          <p:cNvSpPr txBox="1"/>
          <p:nvPr>
            <p:ph type="body" idx="2"/>
          </p:nvPr>
        </p:nvSpPr>
        <p:spPr>
          <a:xfrm>
            <a:off x="228600" y="3678100"/>
            <a:ext cx="20793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2"/>
          <p:cNvSpPr txBox="1"/>
          <p:nvPr>
            <p:ph type="subTitle" idx="3"/>
          </p:nvPr>
        </p:nvSpPr>
        <p:spPr>
          <a:xfrm>
            <a:off x="2431150" y="2946900"/>
            <a:ext cx="20793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type="body" idx="4"/>
          </p:nvPr>
        </p:nvSpPr>
        <p:spPr>
          <a:xfrm>
            <a:off x="2431150" y="3678100"/>
            <a:ext cx="20793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type="subTitle" idx="5"/>
          </p:nvPr>
        </p:nvSpPr>
        <p:spPr>
          <a:xfrm>
            <a:off x="4633700" y="2946900"/>
            <a:ext cx="20793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type="body" idx="6"/>
          </p:nvPr>
        </p:nvSpPr>
        <p:spPr>
          <a:xfrm>
            <a:off x="4633700" y="3678100"/>
            <a:ext cx="20793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type="subTitle" idx="7"/>
          </p:nvPr>
        </p:nvSpPr>
        <p:spPr>
          <a:xfrm>
            <a:off x="6836250" y="2946900"/>
            <a:ext cx="20793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type="body" idx="8"/>
          </p:nvPr>
        </p:nvSpPr>
        <p:spPr>
          <a:xfrm>
            <a:off x="6836250" y="3678100"/>
            <a:ext cx="20793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CUSTOM_18">
    <p:bg>
      <p:bgPr>
        <a:solidFill>
          <a:schemeClr val="lt2"/>
        </a:solidFill>
        <a:effectLst/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600"/>
              <a:buFont typeface="Oswald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233" name="Google Shape;233;p43"/>
          <p:cNvSpPr/>
          <p:nvPr>
            <p:ph type="pic" idx="2"/>
          </p:nvPr>
        </p:nvSpPr>
        <p:spPr>
          <a:xfrm>
            <a:off x="229050" y="1699920"/>
            <a:ext cx="8689800" cy="322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19">
    <p:bg>
      <p:bgPr>
        <a:solidFill>
          <a:schemeClr val="lt1"/>
        </a:solidFill>
        <a:effectLst/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4"/>
          <p:cNvSpPr txBox="1"/>
          <p:nvPr>
            <p:ph type="title"/>
          </p:nvPr>
        </p:nvSpPr>
        <p:spPr>
          <a:xfrm>
            <a:off x="892500" y="811800"/>
            <a:ext cx="7359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swald"/>
              <a:buNone/>
              <a:defRPr sz="6000"/>
            </a:lvl9pPr>
          </a:lstStyle>
          <a:p/>
        </p:txBody>
      </p:sp>
      <p:sp>
        <p:nvSpPr>
          <p:cNvPr id="236" name="Google Shape;236;p44"/>
          <p:cNvSpPr txBox="1"/>
          <p:nvPr>
            <p:ph type="subTitle" idx="1"/>
          </p:nvPr>
        </p:nvSpPr>
        <p:spPr>
          <a:xfrm>
            <a:off x="3528750" y="457200"/>
            <a:ext cx="2086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9pPr>
          </a:lstStyle>
          <a:p/>
        </p:txBody>
      </p:sp>
      <p:sp>
        <p:nvSpPr>
          <p:cNvPr id="237" name="Google Shape;237;p44"/>
          <p:cNvSpPr txBox="1"/>
          <p:nvPr>
            <p:ph type="subTitle" idx="2"/>
          </p:nvPr>
        </p:nvSpPr>
        <p:spPr>
          <a:xfrm>
            <a:off x="3528750" y="4564701"/>
            <a:ext cx="2086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  <a:buNone/>
              <a:defRPr/>
            </a:lvl9pPr>
          </a:lstStyle>
          <a:p/>
        </p:txBody>
      </p:sp>
      <p:sp>
        <p:nvSpPr>
          <p:cNvPr id="238" name="Google Shape;238;p44"/>
          <p:cNvSpPr/>
          <p:nvPr>
            <p:ph type="pic" idx="3"/>
          </p:nvPr>
        </p:nvSpPr>
        <p:spPr>
          <a:xfrm>
            <a:off x="228600" y="2599400"/>
            <a:ext cx="1345200" cy="196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44"/>
          <p:cNvSpPr/>
          <p:nvPr>
            <p:ph type="pic" idx="4"/>
          </p:nvPr>
        </p:nvSpPr>
        <p:spPr>
          <a:xfrm>
            <a:off x="6713075" y="4015650"/>
            <a:ext cx="2205600" cy="903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44"/>
          <p:cNvSpPr txBox="1"/>
          <p:nvPr>
            <p:ph type="body" idx="5"/>
          </p:nvPr>
        </p:nvSpPr>
        <p:spPr>
          <a:xfrm>
            <a:off x="1696950" y="2599400"/>
            <a:ext cx="20796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  <p:sp>
        <p:nvSpPr>
          <p:cNvPr id="241" name="Google Shape;241;p44"/>
          <p:cNvSpPr txBox="1"/>
          <p:nvPr>
            <p:ph type="body" idx="6"/>
          </p:nvPr>
        </p:nvSpPr>
        <p:spPr>
          <a:xfrm>
            <a:off x="6713075" y="2681500"/>
            <a:ext cx="22023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Urbanist SemiBold" panose="020B0A04040200000203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20">
    <p:bg>
      <p:bgPr>
        <a:solidFill>
          <a:schemeClr val="dk2"/>
        </a:solidFill>
        <a:effectLst/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/>
          <p:nvPr>
            <p:ph type="pic" idx="2"/>
          </p:nvPr>
        </p:nvSpPr>
        <p:spPr>
          <a:xfrm>
            <a:off x="228600" y="1684125"/>
            <a:ext cx="2813700" cy="167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45"/>
          <p:cNvSpPr/>
          <p:nvPr>
            <p:ph type="pic" idx="3"/>
          </p:nvPr>
        </p:nvSpPr>
        <p:spPr>
          <a:xfrm>
            <a:off x="3165375" y="1684125"/>
            <a:ext cx="2813700" cy="167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45"/>
          <p:cNvSpPr/>
          <p:nvPr>
            <p:ph type="pic" idx="4"/>
          </p:nvPr>
        </p:nvSpPr>
        <p:spPr>
          <a:xfrm>
            <a:off x="6101975" y="1684125"/>
            <a:ext cx="2813700" cy="167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45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swald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400"/>
              <a:buFont typeface="Oswa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45"/>
          <p:cNvSpPr txBox="1"/>
          <p:nvPr>
            <p:ph type="subTitle" idx="1"/>
          </p:nvPr>
        </p:nvSpPr>
        <p:spPr>
          <a:xfrm>
            <a:off x="228600" y="3404100"/>
            <a:ext cx="28137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45"/>
          <p:cNvSpPr txBox="1"/>
          <p:nvPr>
            <p:ph type="subTitle" idx="5"/>
          </p:nvPr>
        </p:nvSpPr>
        <p:spPr>
          <a:xfrm>
            <a:off x="3165300" y="3404100"/>
            <a:ext cx="28137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45"/>
          <p:cNvSpPr txBox="1"/>
          <p:nvPr>
            <p:ph type="subTitle" idx="6"/>
          </p:nvPr>
        </p:nvSpPr>
        <p:spPr>
          <a:xfrm>
            <a:off x="6101950" y="3404100"/>
            <a:ext cx="28137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Black" panose="020B0A04040200000203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0" name="Google Shape;250;p45"/>
          <p:cNvSpPr txBox="1"/>
          <p:nvPr>
            <p:ph type="body" idx="7"/>
          </p:nvPr>
        </p:nvSpPr>
        <p:spPr>
          <a:xfrm>
            <a:off x="228600" y="3902775"/>
            <a:ext cx="281370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5"/>
          <p:cNvSpPr txBox="1"/>
          <p:nvPr>
            <p:ph type="body" idx="8"/>
          </p:nvPr>
        </p:nvSpPr>
        <p:spPr>
          <a:xfrm>
            <a:off x="3165300" y="3902775"/>
            <a:ext cx="281370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5"/>
          <p:cNvSpPr txBox="1"/>
          <p:nvPr>
            <p:ph type="body" idx="9"/>
          </p:nvPr>
        </p:nvSpPr>
        <p:spPr>
          <a:xfrm>
            <a:off x="6102000" y="3902775"/>
            <a:ext cx="281370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21">
    <p:bg>
      <p:bgPr>
        <a:solidFill>
          <a:schemeClr val="lt2"/>
        </a:solidFill>
        <a:effectLst/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/>
          <p:nvPr>
            <p:ph type="pic" idx="2"/>
          </p:nvPr>
        </p:nvSpPr>
        <p:spPr>
          <a:xfrm>
            <a:off x="229050" y="457202"/>
            <a:ext cx="8689800" cy="4462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22">
    <p:bg>
      <p:bgPr>
        <a:solidFill>
          <a:schemeClr val="lt1"/>
        </a:solidFill>
        <a:effectLst/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7"/>
          <p:cNvSpPr/>
          <p:nvPr>
            <p:ph type="pic" idx="2"/>
          </p:nvPr>
        </p:nvSpPr>
        <p:spPr>
          <a:xfrm>
            <a:off x="-1069200" y="-1001175"/>
            <a:ext cx="2595600" cy="176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47"/>
          <p:cNvSpPr/>
          <p:nvPr>
            <p:ph type="pic" idx="3"/>
          </p:nvPr>
        </p:nvSpPr>
        <p:spPr>
          <a:xfrm>
            <a:off x="6640725" y="-1001175"/>
            <a:ext cx="2733600" cy="26121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47"/>
          <p:cNvSpPr/>
          <p:nvPr>
            <p:ph type="pic" idx="4"/>
          </p:nvPr>
        </p:nvSpPr>
        <p:spPr>
          <a:xfrm>
            <a:off x="-636700" y="4283800"/>
            <a:ext cx="2595600" cy="176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47"/>
          <p:cNvSpPr/>
          <p:nvPr>
            <p:ph type="pic" idx="5"/>
          </p:nvPr>
        </p:nvSpPr>
        <p:spPr>
          <a:xfrm>
            <a:off x="6865635" y="4313362"/>
            <a:ext cx="2508600" cy="17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47"/>
          <p:cNvSpPr/>
          <p:nvPr>
            <p:ph type="pic" idx="6"/>
          </p:nvPr>
        </p:nvSpPr>
        <p:spPr>
          <a:xfrm>
            <a:off x="4767970" y="-408450"/>
            <a:ext cx="1464300" cy="18984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7"/>
          <p:cNvSpPr/>
          <p:nvPr>
            <p:ph type="pic" idx="7"/>
          </p:nvPr>
        </p:nvSpPr>
        <p:spPr>
          <a:xfrm>
            <a:off x="3237750" y="3511900"/>
            <a:ext cx="1824000" cy="22170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7"/>
          <p:cNvSpPr txBox="1"/>
          <p:nvPr>
            <p:ph type="title"/>
          </p:nvPr>
        </p:nvSpPr>
        <p:spPr>
          <a:xfrm>
            <a:off x="1417050" y="1717950"/>
            <a:ext cx="6309900" cy="17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/>
            </a:lvl9pPr>
          </a:lstStyle>
          <a:p/>
        </p:txBody>
      </p:sp>
      <p:sp>
        <p:nvSpPr>
          <p:cNvPr id="263" name="Google Shape;263;p47"/>
          <p:cNvSpPr/>
          <p:nvPr>
            <p:ph type="pic" idx="8"/>
          </p:nvPr>
        </p:nvSpPr>
        <p:spPr>
          <a:xfrm>
            <a:off x="-111696" y="1915800"/>
            <a:ext cx="1545600" cy="17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7"/>
          <p:cNvSpPr/>
          <p:nvPr>
            <p:ph type="pic" idx="9"/>
          </p:nvPr>
        </p:nvSpPr>
        <p:spPr>
          <a:xfrm>
            <a:off x="7408575" y="2412400"/>
            <a:ext cx="2082900" cy="10995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7"/>
          <p:cNvSpPr/>
          <p:nvPr>
            <p:ph type="pic" idx="13"/>
          </p:nvPr>
        </p:nvSpPr>
        <p:spPr>
          <a:xfrm>
            <a:off x="2564004" y="-971625"/>
            <a:ext cx="1545600" cy="1707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8" name="Google Shape;268;p48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9" name="Google Shape;269;p4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2" name="Google Shape;272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3" name="Google Shape;273;p4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4" name="Google Shape;274;p4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5" name="Google Shape;275;p4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278" name="Google Shape;278;p5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8" Type="http://schemas.openxmlformats.org/officeDocument/2006/relationships/theme" Target="../theme/theme2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-38100"/>
            <a:ext cx="8686800" cy="19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 sz="94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 sz="94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 sz="94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 sz="94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 sz="94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 sz="94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 sz="94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 sz="94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Oswald"/>
              <a:buNone/>
              <a:defRPr sz="94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body" idx="1"/>
          </p:nvPr>
        </p:nvSpPr>
        <p:spPr>
          <a:xfrm>
            <a:off x="228600" y="3110625"/>
            <a:ext cx="86868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●"/>
              <a:defRPr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○"/>
              <a:defRPr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SemiBold" panose="020B0A04040200000203"/>
              <a:buChar char="■"/>
              <a:defRPr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1" Type="http://schemas.openxmlformats.org/officeDocument/2006/relationships/hyperlink" Target="https://climateknowledgeportal.worldbank.org/country/uganda/climate-data-historica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3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1"/>
          <p:cNvSpPr txBox="1"/>
          <p:nvPr>
            <p:ph type="title"/>
          </p:nvPr>
        </p:nvSpPr>
        <p:spPr>
          <a:xfrm>
            <a:off x="228450" y="136950"/>
            <a:ext cx="8687100" cy="46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GB" sz="10000"/>
              <a:t>EEP 153 PROJ 3</a:t>
            </a:r>
            <a:endParaRPr sz="10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GB" sz="6000"/>
              <a:t>UGANDA FOOD AND CONSUMER DEMAND DURING WET AND DRY YEARS</a:t>
            </a:r>
            <a:endParaRPr sz="6000"/>
          </a:p>
        </p:txBody>
      </p:sp>
      <p:sp>
        <p:nvSpPr>
          <p:cNvPr id="284" name="Google Shape;284;p51"/>
          <p:cNvSpPr txBox="1"/>
          <p:nvPr>
            <p:ph type="subTitle" idx="1"/>
          </p:nvPr>
        </p:nvSpPr>
        <p:spPr>
          <a:xfrm>
            <a:off x="283225" y="4591200"/>
            <a:ext cx="87009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Carmen Vega, Emily Wu, Mario Zhao, Jing Huang, Rania Nasser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2"/>
          <p:cNvSpPr txBox="1"/>
          <p:nvPr>
            <p:ph type="title"/>
          </p:nvPr>
        </p:nvSpPr>
        <p:spPr>
          <a:xfrm>
            <a:off x="483585" y="439690"/>
            <a:ext cx="8396400" cy="3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None/>
            </a:pPr>
            <a:r>
              <a:rPr lang="en-GB" sz="4000" b="0">
                <a:latin typeface="Oswald SemiBold"/>
                <a:ea typeface="Oswald SemiBold"/>
                <a:cs typeface="Oswald SemiBold"/>
                <a:sym typeface="Oswald SemiBold"/>
              </a:rPr>
              <a:t>GOALS: </a:t>
            </a:r>
            <a:endParaRPr sz="4000" b="0"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ANALYSING FOOD AND CONSUMER DEMAND IN UGANDA DURING WET AND DRY YEARS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None/>
            </a:pPr>
            <a:br>
              <a:rPr lang="en-US" altLang="zh-CN" sz="2400" b="0">
                <a:latin typeface="Oswald SemiBold"/>
                <a:ea typeface="Oswald SemiBold"/>
                <a:cs typeface="Oswald SemiBold"/>
                <a:sym typeface="Oswald SemiBold"/>
              </a:rPr>
            </a:br>
            <a:r>
              <a:rPr lang="en-US" altLang="zh-CN" sz="2400" b="0">
                <a:latin typeface="Oswald SemiBold"/>
                <a:ea typeface="Oswald SemiBold"/>
                <a:cs typeface="Oswald SemiBold"/>
                <a:sym typeface="Oswald SemiBold"/>
              </a:rPr>
              <a:t>1.What are the trends in food prices and expenditures in Uganda in different years, especially in dry and rainy years?</a:t>
            </a:r>
            <a:br>
              <a:rPr lang="en-US" altLang="zh-CN" sz="2400" b="0">
                <a:latin typeface="Oswald SemiBold"/>
                <a:ea typeface="Oswald SemiBold"/>
                <a:cs typeface="Oswald SemiBold"/>
                <a:sym typeface="Oswald SemiBold"/>
              </a:rPr>
            </a:br>
            <a:br>
              <a:rPr lang="en-US" altLang="zh-CN" sz="2400" b="0">
                <a:latin typeface="Oswald SemiBold"/>
                <a:ea typeface="Oswald SemiBold"/>
                <a:cs typeface="Oswald SemiBold"/>
                <a:sym typeface="Oswald SemiBold"/>
              </a:rPr>
            </a:br>
            <a:r>
              <a:rPr lang="en-US" altLang="zh-CN" sz="2400" b="0">
                <a:latin typeface="Oswald SemiBold"/>
                <a:ea typeface="Oswald SemiBold"/>
                <a:cs typeface="Oswald SemiBold"/>
                <a:sym typeface="Oswald SemiBold"/>
              </a:rPr>
              <a:t>2.How does the consumption structure of different food categories evolve over time or climate conditions?</a:t>
            </a:r>
            <a:br>
              <a:rPr lang="zh-CN" altLang="en-US" sz="2400" b="0">
                <a:latin typeface="Oswald SemiBold"/>
                <a:ea typeface="Oswald SemiBold"/>
                <a:cs typeface="Oswald SemiBold"/>
                <a:sym typeface="Oswald SemiBold"/>
              </a:rPr>
            </a:br>
            <a:br>
              <a:rPr lang="zh-CN" altLang="en-US" sz="2400" b="0">
                <a:latin typeface="Oswald SemiBold"/>
                <a:ea typeface="Oswald SemiBold"/>
                <a:cs typeface="Oswald SemiBold"/>
                <a:sym typeface="Oswald SemiBold"/>
              </a:rPr>
            </a:br>
            <a:r>
              <a:rPr lang="en-US" altLang="zh-CN" sz="2400" b="0">
                <a:latin typeface="Oswald SemiBold"/>
                <a:ea typeface="Oswald SemiBold"/>
                <a:cs typeface="Oswald SemiBold"/>
                <a:sym typeface="Oswald SemiBold"/>
              </a:rPr>
              <a:t>3.Can household nutrients (energy, protein, trace elements, etc.) be met? Does the dry and wet year have a significant impact on it?</a:t>
            </a:r>
            <a:r>
              <a:rPr lang="en-GB" sz="2400" b="0"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endParaRPr sz="2400" b="0"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381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</a:pPr>
            <a:br>
              <a:rPr lang="en-US" sz="2400" b="0">
                <a:latin typeface="Oswald SemiBold"/>
                <a:ea typeface="Oswald SemiBold"/>
                <a:cs typeface="Oswald SemiBold"/>
                <a:sym typeface="Oswald SemiBold"/>
              </a:rPr>
            </a:br>
            <a:endParaRPr lang="en-US" sz="3000" b="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90" name="Google Shape;290;p52"/>
          <p:cNvSpPr txBox="1"/>
          <p:nvPr/>
        </p:nvSpPr>
        <p:spPr>
          <a:xfrm>
            <a:off x="1598963" y="79125"/>
            <a:ext cx="10548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Mary Paley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type="title"/>
          </p:nvPr>
        </p:nvSpPr>
        <p:spPr>
          <a:xfrm>
            <a:off x="228600" y="311725"/>
            <a:ext cx="8687100" cy="11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WEATHER PATTERNS IN UGANDA </a:t>
            </a:r>
            <a:endParaRPr sz="5000"/>
          </a:p>
        </p:txBody>
      </p:sp>
      <p:sp>
        <p:nvSpPr>
          <p:cNvPr id="296" name="Google Shape;296;p53"/>
          <p:cNvSpPr txBox="1"/>
          <p:nvPr/>
        </p:nvSpPr>
        <p:spPr>
          <a:xfrm>
            <a:off x="1598963" y="79125"/>
            <a:ext cx="10548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Mary Paley </a:t>
            </a:r>
            <a:endParaRPr sz="800">
              <a:solidFill>
                <a:schemeClr val="lt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pic>
        <p:nvPicPr>
          <p:cNvPr id="297" name="Google Shape;297;p53" title="observed-annual-precipit.png">
            <a:hlinkClick r:id="rId1"/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72440" y="1546860"/>
            <a:ext cx="8198485" cy="2098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53"/>
          <p:cNvSpPr txBox="1"/>
          <p:nvPr/>
        </p:nvSpPr>
        <p:spPr>
          <a:xfrm>
            <a:off x="228600" y="3895725"/>
            <a:ext cx="4449445" cy="1003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General increase from 2005-2020… </a:t>
            </a:r>
            <a:endParaRPr lang="en-GB">
              <a:solidFill>
                <a:schemeClr val="dk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could relate this to nutrition data in other ways?</a:t>
            </a:r>
            <a:endParaRPr>
              <a:solidFill>
                <a:schemeClr val="dk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/>
          <p:nvPr>
            <p:ph type="title"/>
          </p:nvPr>
        </p:nvSpPr>
        <p:spPr>
          <a:xfrm>
            <a:off x="228600" y="311725"/>
            <a:ext cx="8687100" cy="10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Lit Visual imo</a:t>
            </a:r>
            <a:endParaRPr lang="en-GB"/>
          </a:p>
        </p:txBody>
      </p:sp>
      <p:pic>
        <p:nvPicPr>
          <p:cNvPr id="304" name="Google Shape;304;p54" title="Screenshot 2025-04-03 172502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22100" y="1423525"/>
            <a:ext cx="7011647" cy="34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/>
          <p:nvPr>
            <p:ph type="title"/>
          </p:nvPr>
        </p:nvSpPr>
        <p:spPr>
          <a:xfrm>
            <a:off x="839700" y="234925"/>
            <a:ext cx="7464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5000"/>
              <a:t>A WET YEAR IN UGANDA </a:t>
            </a:r>
            <a:endParaRPr sz="5000"/>
          </a:p>
        </p:txBody>
      </p:sp>
      <p:sp>
        <p:nvSpPr>
          <p:cNvPr id="312" name="Google Shape;312;p55"/>
          <p:cNvSpPr txBox="1"/>
          <p:nvPr/>
        </p:nvSpPr>
        <p:spPr>
          <a:xfrm>
            <a:off x="1598963" y="79125"/>
            <a:ext cx="10548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Mary Paley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pic>
        <p:nvPicPr>
          <p:cNvPr id="2" name="图片 1" descr="b87454ee-d19b-4752-b111-e35faa561c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0" y="1377315"/>
            <a:ext cx="7965440" cy="3298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6"/>
          <p:cNvSpPr txBox="1"/>
          <p:nvPr>
            <p:ph type="title"/>
          </p:nvPr>
        </p:nvSpPr>
        <p:spPr>
          <a:xfrm>
            <a:off x="225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5000"/>
              <a:t>A DRY YEAR IN UGANDA </a:t>
            </a:r>
            <a:endParaRPr sz="5000"/>
          </a:p>
        </p:txBody>
      </p:sp>
      <p:sp>
        <p:nvSpPr>
          <p:cNvPr id="319" name="Google Shape;319;p56"/>
          <p:cNvSpPr txBox="1"/>
          <p:nvPr>
            <p:ph type="subTitle" idx="2"/>
          </p:nvPr>
        </p:nvSpPr>
        <p:spPr>
          <a:xfrm>
            <a:off x="229050" y="3833825"/>
            <a:ext cx="4404600" cy="868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IMPACT ON AGRICULTURE</a:t>
            </a:r>
            <a:endParaRPr lang="en-GB"/>
          </a:p>
          <a:p>
            <a:pPr marL="1397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 panose="020B0A04040200000203"/>
            </a:pPr>
            <a:r>
              <a:rPr lang="en-GB"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r>
              <a:rPr lang="en-US" altLang="en-GB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GB"/>
              <a:t>UGX </a:t>
            </a:r>
            <a:r>
              <a:rPr lang="en-GB"/>
              <a:t>911.8 B ($250K)IN FOOD CROP LOSSES</a:t>
            </a:r>
            <a:endParaRPr lang="en-GB"/>
          </a:p>
          <a:p>
            <a:pPr marL="1397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</a:pPr>
            <a:r>
              <a:rPr lang="en-GB"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r>
              <a:rPr lang="en-US" altLang="en-GB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GB"/>
              <a:t>UGX 1.1 T</a:t>
            </a:r>
            <a:r>
              <a:rPr lang="en-GB"/>
              <a:t>($300K)</a:t>
            </a:r>
            <a:r>
              <a:rPr lang="en-GB"/>
              <a:t> IN LIVESTOCK LOSSES </a:t>
            </a:r>
            <a:endParaRPr lang="en-GB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0" name="Google Shape;320;p56"/>
          <p:cNvSpPr txBox="1"/>
          <p:nvPr/>
        </p:nvSpPr>
        <p:spPr>
          <a:xfrm>
            <a:off x="1598963" y="79125"/>
            <a:ext cx="10548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Mary Paley 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sp>
        <p:nvSpPr>
          <p:cNvPr id="321" name="Google Shape;321;p56"/>
          <p:cNvSpPr txBox="1"/>
          <p:nvPr>
            <p:ph type="subTitle" idx="2"/>
          </p:nvPr>
        </p:nvSpPr>
        <p:spPr>
          <a:xfrm>
            <a:off x="4510775" y="3833825"/>
            <a:ext cx="4404600" cy="8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WIDER CONSEQUENCES</a:t>
            </a:r>
            <a:endParaRPr lang="en-GB"/>
          </a:p>
          <a:p>
            <a:pPr marL="457200" lvl="0" indent="-317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US$ 1.2B TOTAL LOSSES (7.5% OF GDP)</a:t>
            </a:r>
            <a:endParaRPr lang="en-GB"/>
          </a:p>
          <a:p>
            <a:pPr marL="457200" lvl="0" indent="-317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FOOD PRICES SURGE &amp; ENERGY SHORTAGE</a:t>
            </a:r>
            <a:endParaRPr lang="en-GB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副标题 2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" name="图片 1" descr="b87454ee-d19b-4752-b111-e35faa561c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930" y="1094740"/>
            <a:ext cx="6043295" cy="2502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7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6000"/>
              <a:t>FOOD DEMAND IN UGANDA </a:t>
            </a:r>
            <a:endParaRPr sz="6000"/>
          </a:p>
        </p:txBody>
      </p:sp>
      <p:sp>
        <p:nvSpPr>
          <p:cNvPr id="331" name="Google Shape;331;p57"/>
          <p:cNvSpPr txBox="1"/>
          <p:nvPr/>
        </p:nvSpPr>
        <p:spPr>
          <a:xfrm>
            <a:off x="1598963" y="79125"/>
            <a:ext cx="10548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Mary Paley </a:t>
            </a:r>
            <a:endParaRPr sz="800">
              <a:solidFill>
                <a:schemeClr val="lt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pic>
        <p:nvPicPr>
          <p:cNvPr id="3" name="图片 2" descr="1"/>
          <p:cNvPicPr>
            <a:picLocks noChangeAspect="1"/>
          </p:cNvPicPr>
          <p:nvPr/>
        </p:nvPicPr>
        <p:blipFill>
          <a:blip r:embed="rId1"/>
          <a:srcRect l="8400" r="1663"/>
          <a:stretch>
            <a:fillRect/>
          </a:stretch>
        </p:blipFill>
        <p:spPr>
          <a:xfrm>
            <a:off x="4455795" y="2159000"/>
            <a:ext cx="4603115" cy="2628900"/>
          </a:xfrm>
          <a:prstGeom prst="rect">
            <a:avLst/>
          </a:prstGeom>
        </p:spPr>
      </p:pic>
      <p:pic>
        <p:nvPicPr>
          <p:cNvPr id="2" name="图片 1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" y="1327785"/>
            <a:ext cx="4705985" cy="2877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/>
          <p:nvPr>
            <p:ph type="pic" idx="2"/>
          </p:nvPr>
        </p:nvSpPr>
        <p:spPr/>
      </p:sp>
      <p:sp>
        <p:nvSpPr>
          <p:cNvPr id="3" name="图片占位符 2"/>
          <p:cNvSpPr/>
          <p:nvPr>
            <p:ph type="pic" idx="3"/>
          </p:nvPr>
        </p:nvSpPr>
        <p:spPr/>
      </p:sp>
      <p:sp>
        <p:nvSpPr>
          <p:cNvPr id="4" name="图片占位符 3"/>
          <p:cNvSpPr/>
          <p:nvPr>
            <p:ph type="pic" idx="4"/>
          </p:nvPr>
        </p:nvSpPr>
        <p:spPr/>
      </p:sp>
      <p:sp>
        <p:nvSpPr>
          <p:cNvPr id="5" name="图片占位符 4"/>
          <p:cNvSpPr/>
          <p:nvPr>
            <p:ph type="pic" idx="5"/>
          </p:nvPr>
        </p:nvSpPr>
        <p:spPr/>
      </p:sp>
      <p:sp>
        <p:nvSpPr>
          <p:cNvPr id="10" name="标题 9"/>
          <p:cNvSpPr/>
          <p:nvPr>
            <p:ph type="title"/>
          </p:nvPr>
        </p:nvSpPr>
        <p:spPr>
          <a:xfrm>
            <a:off x="228600" y="-88925"/>
            <a:ext cx="8689800" cy="1311900"/>
          </a:xfrm>
        </p:spPr>
        <p:txBody>
          <a:bodyPr>
            <a:normAutofit fontScale="90000"/>
          </a:bodyPr>
          <a:p>
            <a:r>
              <a:rPr lang="en-US" altLang="zh-CN"/>
              <a:t>over  time</a:t>
            </a:r>
            <a:endParaRPr lang="en-US" altLang="zh-CN"/>
          </a:p>
        </p:txBody>
      </p:sp>
      <p:pic>
        <p:nvPicPr>
          <p:cNvPr id="11" name="图片 10" descr="111"/>
          <p:cNvPicPr>
            <a:picLocks noChangeAspect="1"/>
          </p:cNvPicPr>
          <p:nvPr/>
        </p:nvPicPr>
        <p:blipFill>
          <a:blip r:embed="rId1"/>
          <a:srcRect l="6370" r="5284"/>
          <a:stretch>
            <a:fillRect/>
          </a:stretch>
        </p:blipFill>
        <p:spPr>
          <a:xfrm>
            <a:off x="109855" y="1433830"/>
            <a:ext cx="4274185" cy="2962910"/>
          </a:xfrm>
          <a:prstGeom prst="rect">
            <a:avLst/>
          </a:prstGeom>
        </p:spPr>
      </p:pic>
      <p:pic>
        <p:nvPicPr>
          <p:cNvPr id="12" name="图片 11" descr="222"/>
          <p:cNvPicPr>
            <a:picLocks noChangeAspect="1"/>
          </p:cNvPicPr>
          <p:nvPr/>
        </p:nvPicPr>
        <p:blipFill>
          <a:blip r:embed="rId2"/>
          <a:srcRect l="4994"/>
          <a:stretch>
            <a:fillRect/>
          </a:stretch>
        </p:blipFill>
        <p:spPr>
          <a:xfrm>
            <a:off x="4477385" y="1433830"/>
            <a:ext cx="4530725" cy="2952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2467610" y="55245"/>
            <a:ext cx="3714115" cy="1338580"/>
          </a:xfrm>
        </p:spPr>
        <p:txBody>
          <a:bodyPr>
            <a:normAutofit fontScale="90000"/>
          </a:bodyPr>
          <a:p>
            <a:r>
              <a:rPr lang="en-US" altLang="zh-CN"/>
              <a:t>FOOD</a:t>
            </a:r>
            <a:endParaRPr lang="en-US" altLang="zh-CN"/>
          </a:p>
        </p:txBody>
      </p:sp>
      <p:sp>
        <p:nvSpPr>
          <p:cNvPr id="3" name="副标题 2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副标题 4"/>
          <p:cNvSpPr/>
          <p:nvPr>
            <p:ph type="subTitle" idx="3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图片 7" descr="0"/>
          <p:cNvPicPr>
            <a:picLocks noChangeAspect="1"/>
          </p:cNvPicPr>
          <p:nvPr/>
        </p:nvPicPr>
        <p:blipFill>
          <a:blip r:embed="rId1"/>
          <a:srcRect l="4244" r="4524" b="5967"/>
          <a:stretch>
            <a:fillRect/>
          </a:stretch>
        </p:blipFill>
        <p:spPr>
          <a:xfrm>
            <a:off x="140970" y="1393825"/>
            <a:ext cx="4430395" cy="2799715"/>
          </a:xfrm>
          <a:prstGeom prst="rect">
            <a:avLst/>
          </a:prstGeom>
        </p:spPr>
      </p:pic>
      <p:pic>
        <p:nvPicPr>
          <p:cNvPr id="9" name="图片 8" descr="00"/>
          <p:cNvPicPr>
            <a:picLocks noChangeAspect="1"/>
          </p:cNvPicPr>
          <p:nvPr/>
        </p:nvPicPr>
        <p:blipFill>
          <a:blip r:embed="rId2"/>
          <a:srcRect l="3715" r="5670" b="1162"/>
          <a:stretch>
            <a:fillRect/>
          </a:stretch>
        </p:blipFill>
        <p:spPr>
          <a:xfrm>
            <a:off x="4355465" y="1393825"/>
            <a:ext cx="4745355" cy="27997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9"/>
          <p:cNvSpPr txBox="1"/>
          <p:nvPr>
            <p:ph type="title"/>
          </p:nvPr>
        </p:nvSpPr>
        <p:spPr>
          <a:xfrm>
            <a:off x="228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5000"/>
              <a:t>TOP 10 MOST CONSUMED FOODS</a:t>
            </a:r>
            <a:endParaRPr sz="5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5000"/>
              <a:t>2009 - 2010 </a:t>
            </a:r>
            <a:endParaRPr sz="5000"/>
          </a:p>
        </p:txBody>
      </p:sp>
      <p:sp>
        <p:nvSpPr>
          <p:cNvPr id="348" name="Google Shape;348;p59"/>
          <p:cNvSpPr txBox="1"/>
          <p:nvPr/>
        </p:nvSpPr>
        <p:spPr>
          <a:xfrm>
            <a:off x="1598963" y="79125"/>
            <a:ext cx="10548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SKATE CLUB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pic>
        <p:nvPicPr>
          <p:cNvPr id="349" name="Google Shape;349;p5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610813" y="1790825"/>
            <a:ext cx="5925375" cy="32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0"/>
          <p:cNvSpPr txBox="1"/>
          <p:nvPr>
            <p:ph type="title"/>
          </p:nvPr>
        </p:nvSpPr>
        <p:spPr>
          <a:xfrm>
            <a:off x="225600" y="234925"/>
            <a:ext cx="86898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GB" sz="5000"/>
              <a:t>TOP 10 MOST CONSUMED FOODS</a:t>
            </a:r>
            <a:endParaRPr sz="5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GB" sz="5000"/>
              <a:t>2011 - 2012 </a:t>
            </a:r>
            <a:endParaRPr sz="5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</a:p>
        </p:txBody>
      </p:sp>
      <p:sp>
        <p:nvSpPr>
          <p:cNvPr id="355" name="Google Shape;355;p60"/>
          <p:cNvSpPr txBox="1"/>
          <p:nvPr/>
        </p:nvSpPr>
        <p:spPr>
          <a:xfrm>
            <a:off x="1598963" y="79125"/>
            <a:ext cx="10548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SKATE CLUB</a:t>
            </a:r>
            <a:endParaRPr sz="800">
              <a:solidFill>
                <a:schemeClr val="lt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  <p:pic>
        <p:nvPicPr>
          <p:cNvPr id="356" name="Google Shape;356;p6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607813" y="1851625"/>
            <a:ext cx="5925375" cy="32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1"/>
          <p:cNvSpPr txBox="1"/>
          <p:nvPr>
            <p:ph type="title"/>
          </p:nvPr>
        </p:nvSpPr>
        <p:spPr>
          <a:xfrm>
            <a:off x="0" y="68925"/>
            <a:ext cx="91440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TOP 10 MOST CONSUMED FOODS</a:t>
            </a:r>
            <a:endParaRPr sz="5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GB" sz="5000"/>
              <a:t>2015 - 2016</a:t>
            </a:r>
            <a:endParaRPr sz="5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62" name="Google Shape;362;p6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38638" y="1691775"/>
            <a:ext cx="6066725" cy="33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2"/>
          <p:cNvSpPr txBox="1"/>
          <p:nvPr>
            <p:ph type="title"/>
          </p:nvPr>
        </p:nvSpPr>
        <p:spPr>
          <a:xfrm>
            <a:off x="261620" y="0"/>
            <a:ext cx="1867535" cy="2686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Q:</a:t>
            </a:r>
            <a:endParaRPr lang="en-GB"/>
          </a:p>
        </p:txBody>
      </p:sp>
      <p:sp>
        <p:nvSpPr>
          <p:cNvPr id="368" name="Google Shape;368;p62"/>
          <p:cNvSpPr txBox="1"/>
          <p:nvPr>
            <p:ph type="title" idx="2"/>
          </p:nvPr>
        </p:nvSpPr>
        <p:spPr>
          <a:xfrm>
            <a:off x="313690" y="2473960"/>
            <a:ext cx="1764030" cy="2530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A:</a:t>
            </a:r>
            <a:endParaRPr lang="en-GB"/>
          </a:p>
        </p:txBody>
      </p:sp>
      <p:sp>
        <p:nvSpPr>
          <p:cNvPr id="369" name="Google Shape;369;p62"/>
          <p:cNvSpPr txBox="1"/>
          <p:nvPr>
            <p:ph type="subTitle" idx="1"/>
          </p:nvPr>
        </p:nvSpPr>
        <p:spPr>
          <a:xfrm>
            <a:off x="2653665" y="457200"/>
            <a:ext cx="4991735" cy="24752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zh-CN" sz="2400">
                <a:latin typeface="华康行楷体 W5" panose="03000509000000000000" charset="-122"/>
                <a:ea typeface="华康行楷体 W5" panose="03000509000000000000" charset="-122"/>
              </a:rPr>
              <a:t>What impact does the weather in Uganda, Africa have on crops?</a:t>
            </a:r>
            <a:endParaRPr lang="en-US" altLang="zh-CN" sz="2400">
              <a:latin typeface="华康行楷体 W5" panose="03000509000000000000" charset="-122"/>
              <a:ea typeface="华康行楷体 W5" panose="03000509000000000000" charset="-122"/>
            </a:endParaRPr>
          </a:p>
        </p:txBody>
      </p:sp>
      <p:sp>
        <p:nvSpPr>
          <p:cNvPr id="370" name="Google Shape;370;p62"/>
          <p:cNvSpPr txBox="1"/>
          <p:nvPr>
            <p:ph type="subTitle" idx="3"/>
          </p:nvPr>
        </p:nvSpPr>
        <p:spPr>
          <a:xfrm>
            <a:off x="2626360" y="2932430"/>
            <a:ext cx="6276975" cy="19875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zh-CN" sz="2400">
                <a:latin typeface="华康行楷体 W5" panose="03000509000000000000" charset="-122"/>
                <a:ea typeface="华康行楷体 W5" panose="03000509000000000000" charset="-122"/>
              </a:rPr>
              <a:t>1.Adequate precipitation benefits growth; </a:t>
            </a:r>
            <a:endParaRPr lang="en-US" altLang="zh-CN" sz="2400">
              <a:latin typeface="华康行楷体 W5" panose="03000509000000000000" charset="-122"/>
              <a:ea typeface="华康行楷体 W5" panose="03000509000000000000" charset="-122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zh-CN" sz="2400">
                <a:latin typeface="华康行楷体 W5" panose="03000509000000000000" charset="-122"/>
                <a:ea typeface="华康行楷体 W5" panose="03000509000000000000" charset="-122"/>
              </a:rPr>
              <a:t>2.Temperatures are suitable for year-round cultivation; </a:t>
            </a:r>
            <a:endParaRPr lang="en-US" altLang="zh-CN" sz="2400">
              <a:latin typeface="华康行楷体 W5" panose="03000509000000000000" charset="-122"/>
              <a:ea typeface="华康行楷体 W5" panose="03000509000000000000" charset="-122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zh-CN" sz="2400">
                <a:latin typeface="华康行楷体 W5" panose="03000509000000000000" charset="-122"/>
                <a:ea typeface="华康行楷体 W5" panose="03000509000000000000" charset="-122"/>
              </a:rPr>
              <a:t>3.Uneven rainfall causes droughts and floods.</a:t>
            </a:r>
            <a:endParaRPr lang="en-US" altLang="zh-CN" sz="2400">
              <a:latin typeface="华康行楷体 W5" panose="03000509000000000000" charset="-122"/>
              <a:ea typeface="华康行楷体 W5" panose="03000509000000000000" charset="-122"/>
            </a:endParaRPr>
          </a:p>
        </p:txBody>
      </p:sp>
      <p:sp>
        <p:nvSpPr>
          <p:cNvPr id="371" name="Google Shape;371;p62"/>
          <p:cNvSpPr txBox="1"/>
          <p:nvPr/>
        </p:nvSpPr>
        <p:spPr>
          <a:xfrm>
            <a:off x="1598963" y="79125"/>
            <a:ext cx="10548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SKATE CLUB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63" descr="Person on a skateboard."/>
          <p:cNvPicPr preferRelativeResize="0"/>
          <p:nvPr>
            <p:ph type="pic" idx="2"/>
          </p:nvPr>
        </p:nvPicPr>
        <p:blipFill rotWithShape="1">
          <a:blip r:embed="rId1"/>
          <a:srcRect t="2235" b="2244"/>
          <a:stretch>
            <a:fillRect/>
          </a:stretch>
        </p:blipFill>
        <p:spPr>
          <a:xfrm>
            <a:off x="229050" y="1940475"/>
            <a:ext cx="2079001" cy="2979599"/>
          </a:xfrm>
          <a:prstGeom prst="rect">
            <a:avLst/>
          </a:prstGeom>
        </p:spPr>
      </p:pic>
      <p:pic>
        <p:nvPicPr>
          <p:cNvPr id="377" name="Google Shape;377;p63" descr="Person carrying a skateboard into a subway station."/>
          <p:cNvPicPr preferRelativeResize="0"/>
          <p:nvPr>
            <p:ph type="pic" idx="3"/>
          </p:nvPr>
        </p:nvPicPr>
        <p:blipFill rotWithShape="1">
          <a:blip r:embed="rId2"/>
          <a:srcRect t="20794" b="20794"/>
          <a:stretch>
            <a:fillRect/>
          </a:stretch>
        </p:blipFill>
        <p:spPr>
          <a:xfrm>
            <a:off x="2431150" y="1940475"/>
            <a:ext cx="3547802" cy="1381199"/>
          </a:xfrm>
          <a:prstGeom prst="rect">
            <a:avLst/>
          </a:prstGeom>
        </p:spPr>
      </p:pic>
      <p:pic>
        <p:nvPicPr>
          <p:cNvPr id="378" name="Google Shape;378;p63" descr="Skater in action doing a jump."/>
          <p:cNvPicPr preferRelativeResize="0"/>
          <p:nvPr>
            <p:ph type="pic" idx="4"/>
          </p:nvPr>
        </p:nvPicPr>
        <p:blipFill rotWithShape="1">
          <a:blip r:embed="rId3"/>
          <a:srcRect t="19097" b="19097"/>
          <a:stretch>
            <a:fillRect/>
          </a:stretch>
        </p:blipFill>
        <p:spPr>
          <a:xfrm>
            <a:off x="2431150" y="3444675"/>
            <a:ext cx="3547802" cy="1475400"/>
          </a:xfrm>
          <a:prstGeom prst="rect">
            <a:avLst/>
          </a:prstGeom>
        </p:spPr>
      </p:pic>
      <p:pic>
        <p:nvPicPr>
          <p:cNvPr id="379" name="Google Shape;379;p63" descr="Skateboarders getting ready to ride."/>
          <p:cNvPicPr preferRelativeResize="0"/>
          <p:nvPr>
            <p:ph type="pic" idx="5"/>
          </p:nvPr>
        </p:nvPicPr>
        <p:blipFill rotWithShape="1">
          <a:blip r:embed="rId4"/>
          <a:srcRect t="25836" b="25836"/>
          <a:stretch>
            <a:fillRect/>
          </a:stretch>
        </p:blipFill>
        <p:spPr>
          <a:xfrm>
            <a:off x="4633850" y="457200"/>
            <a:ext cx="4284902" cy="1381200"/>
          </a:xfrm>
          <a:prstGeom prst="rect">
            <a:avLst/>
          </a:prstGeom>
        </p:spPr>
      </p:pic>
      <p:pic>
        <p:nvPicPr>
          <p:cNvPr id="380" name="Google Shape;380;p63" descr="Person wearing a helmet and elbow pads."/>
          <p:cNvPicPr preferRelativeResize="0"/>
          <p:nvPr>
            <p:ph type="pic" idx="6"/>
          </p:nvPr>
        </p:nvPicPr>
        <p:blipFill rotWithShape="1">
          <a:blip r:embed="rId5"/>
          <a:srcRect t="15094" b="15087"/>
          <a:stretch>
            <a:fillRect/>
          </a:stretch>
        </p:blipFill>
        <p:spPr>
          <a:xfrm>
            <a:off x="6102050" y="1964525"/>
            <a:ext cx="2813399" cy="1310100"/>
          </a:xfrm>
          <a:prstGeom prst="rect">
            <a:avLst/>
          </a:prstGeom>
        </p:spPr>
      </p:pic>
      <p:sp>
        <p:nvSpPr>
          <p:cNvPr id="381" name="Google Shape;381;p63"/>
          <p:cNvSpPr txBox="1"/>
          <p:nvPr>
            <p:ph type="title"/>
          </p:nvPr>
        </p:nvSpPr>
        <p:spPr>
          <a:xfrm>
            <a:off x="225600" y="234925"/>
            <a:ext cx="51423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2" name="Google Shape;382;p63"/>
          <p:cNvSpPr txBox="1"/>
          <p:nvPr>
            <p:ph type="title" idx="7"/>
          </p:nvPr>
        </p:nvSpPr>
        <p:spPr>
          <a:xfrm>
            <a:off x="6102050" y="3349425"/>
            <a:ext cx="28134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</a:t>
            </a:r>
            <a:endParaRPr lang="en-GB"/>
          </a:p>
        </p:txBody>
      </p:sp>
      <p:sp>
        <p:nvSpPr>
          <p:cNvPr id="383" name="Google Shape;383;p63"/>
          <p:cNvSpPr txBox="1"/>
          <p:nvPr/>
        </p:nvSpPr>
        <p:spPr>
          <a:xfrm>
            <a:off x="1598963" y="79125"/>
            <a:ext cx="10548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Urbanist Black" panose="020B0A04040200000203"/>
                <a:ea typeface="Urbanist Black" panose="020B0A04040200000203"/>
                <a:cs typeface="Urbanist Black" panose="020B0A04040200000203"/>
                <a:sym typeface="Urbanist Black" panose="020B0A04040200000203"/>
              </a:rPr>
              <a:t>SKATE CLUB</a:t>
            </a:r>
            <a:endParaRPr sz="800">
              <a:solidFill>
                <a:schemeClr val="dk1"/>
              </a:solidFill>
              <a:latin typeface="Urbanist Black" panose="020B0A04040200000203"/>
              <a:ea typeface="Urbanist Black" panose="020B0A04040200000203"/>
              <a:cs typeface="Urbanist Black" panose="020B0A04040200000203"/>
              <a:sym typeface="Urbanist Black" panose="020B0A0404020000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64" descr="Person on a skateboard."/>
          <p:cNvPicPr preferRelativeResize="0"/>
          <p:nvPr>
            <p:ph type="pic" idx="2"/>
          </p:nvPr>
        </p:nvPicPr>
        <p:blipFill rotWithShape="1">
          <a:blip r:embed="rId1"/>
          <a:srcRect t="79206"/>
          <a:stretch>
            <a:fillRect/>
          </a:stretch>
        </p:blipFill>
        <p:spPr>
          <a:xfrm>
            <a:off x="767425" y="1"/>
            <a:ext cx="2595599" cy="809748"/>
          </a:xfrm>
          <a:prstGeom prst="rect">
            <a:avLst/>
          </a:prstGeom>
        </p:spPr>
      </p:pic>
      <p:pic>
        <p:nvPicPr>
          <p:cNvPr id="389" name="Google Shape;389;p64" descr="Two smiling skateboarders looking at smartphone."/>
          <p:cNvPicPr preferRelativeResize="0"/>
          <p:nvPr>
            <p:ph type="pic" idx="3"/>
          </p:nvPr>
        </p:nvPicPr>
        <p:blipFill rotWithShape="1">
          <a:blip r:embed="rId2"/>
          <a:srcRect l="23449" t="18811" r="23449"/>
          <a:stretch>
            <a:fillRect/>
          </a:stretch>
        </p:blipFill>
        <p:spPr>
          <a:xfrm>
            <a:off x="5673350" y="0"/>
            <a:ext cx="2079601" cy="2120776"/>
          </a:xfrm>
          <a:prstGeom prst="rect">
            <a:avLst/>
          </a:prstGeom>
        </p:spPr>
      </p:pic>
      <p:pic>
        <p:nvPicPr>
          <p:cNvPr id="390" name="Google Shape;390;p64" descr="Person sitting on steps with a skateboard."/>
          <p:cNvPicPr preferRelativeResize="0"/>
          <p:nvPr>
            <p:ph type="pic" idx="4"/>
          </p:nvPr>
        </p:nvPicPr>
        <p:blipFill rotWithShape="1">
          <a:blip r:embed="rId3"/>
          <a:srcRect t="2972" b="2963"/>
          <a:stretch>
            <a:fillRect/>
          </a:stretch>
        </p:blipFill>
        <p:spPr>
          <a:xfrm>
            <a:off x="767425" y="1537225"/>
            <a:ext cx="3547802" cy="2224199"/>
          </a:xfrm>
          <a:prstGeom prst="rect">
            <a:avLst/>
          </a:prstGeom>
        </p:spPr>
      </p:pic>
      <p:pic>
        <p:nvPicPr>
          <p:cNvPr id="391" name="Google Shape;391;p64" descr="Skateboarder silhouetted against the sky."/>
          <p:cNvPicPr preferRelativeResize="0"/>
          <p:nvPr>
            <p:ph type="pic" idx="5"/>
          </p:nvPr>
        </p:nvPicPr>
        <p:blipFill rotWithShape="1">
          <a:blip r:embed="rId4"/>
          <a:srcRect l="999" r="1009" b="52253"/>
          <a:stretch>
            <a:fillRect/>
          </a:stretch>
        </p:blipFill>
        <p:spPr>
          <a:xfrm>
            <a:off x="0" y="4299950"/>
            <a:ext cx="2595599" cy="843549"/>
          </a:xfrm>
          <a:prstGeom prst="rect">
            <a:avLst/>
          </a:prstGeom>
        </p:spPr>
      </p:pic>
      <p:pic>
        <p:nvPicPr>
          <p:cNvPr id="392" name="Google Shape;392;p64" descr="Point of view of a skater their feet on the deck."/>
          <p:cNvPicPr preferRelativeResize="0"/>
          <p:nvPr>
            <p:ph type="pic" idx="6"/>
          </p:nvPr>
        </p:nvPicPr>
        <p:blipFill rotWithShape="1">
          <a:blip r:embed="rId5"/>
          <a:srcRect t="4622" r="15490" b="12397"/>
          <a:stretch>
            <a:fillRect/>
          </a:stretch>
        </p:blipFill>
        <p:spPr>
          <a:xfrm>
            <a:off x="6382725" y="3109975"/>
            <a:ext cx="2761277" cy="2033526"/>
          </a:xfrm>
          <a:prstGeom prst="rect">
            <a:avLst/>
          </a:prstGeom>
        </p:spPr>
      </p:pic>
      <p:sp>
        <p:nvSpPr>
          <p:cNvPr id="393" name="Google Shape;393;p64"/>
          <p:cNvSpPr txBox="1"/>
          <p:nvPr>
            <p:ph type="title"/>
          </p:nvPr>
        </p:nvSpPr>
        <p:spPr>
          <a:xfrm>
            <a:off x="2100900" y="1600650"/>
            <a:ext cx="4942200" cy="19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JOIN 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xtracurricular Info">
  <a:themeElements>
    <a:clrScheme name="Simple Light">
      <a:dk1>
        <a:srgbClr val="000000"/>
      </a:dk1>
      <a:lt1>
        <a:srgbClr val="E6E6DD"/>
      </a:lt1>
      <a:dk2>
        <a:srgbClr val="2A7D4E"/>
      </a:dk2>
      <a:lt2>
        <a:srgbClr val="BBC5EA"/>
      </a:lt2>
      <a:accent1>
        <a:srgbClr val="FFFFFF"/>
      </a:accent1>
      <a:accent2>
        <a:srgbClr val="6F5172"/>
      </a:accent2>
      <a:accent3>
        <a:srgbClr val="945D5D"/>
      </a:accent3>
      <a:accent4>
        <a:srgbClr val="595959"/>
      </a:accent4>
      <a:accent5>
        <a:srgbClr val="22717A"/>
      </a:accent5>
      <a:accent6>
        <a:srgbClr val="888B63"/>
      </a:accent6>
      <a:hlink>
        <a:srgbClr val="1D321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1389</Words>
  <Application>WPS 演示</Application>
  <PresentationFormat/>
  <Paragraphs>84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Arial</vt:lpstr>
      <vt:lpstr>Oswald</vt:lpstr>
      <vt:lpstr>Urbanist SemiBold</vt:lpstr>
      <vt:lpstr>Urbanist Black</vt:lpstr>
      <vt:lpstr>Urbanist</vt:lpstr>
      <vt:lpstr>Oswald SemiBold</vt:lpstr>
      <vt:lpstr>华康行楷体 W5</vt:lpstr>
      <vt:lpstr>微软雅黑</vt:lpstr>
      <vt:lpstr>Arial Unicode MS</vt:lpstr>
      <vt:lpstr>Simple Light</vt:lpstr>
      <vt:lpstr>Extracurricular Info</vt:lpstr>
      <vt:lpstr>UGANDA FOOD AND CONSUMER DEMAND DURING WET AND DRY YEARS</vt:lpstr>
      <vt:lpstr> </vt:lpstr>
      <vt:lpstr>WEATHER PATTERNS IN UGANDA </vt:lpstr>
      <vt:lpstr>Lit Visual imo</vt:lpstr>
      <vt:lpstr>A WET YEAR IN UGANDA </vt:lpstr>
      <vt:lpstr>A DRY YEAR IN UGANDA </vt:lpstr>
      <vt:lpstr>FOOD DEMAND IN UGANDA </vt:lpstr>
      <vt:lpstr>over  time</vt:lpstr>
      <vt:lpstr>FOOD</vt:lpstr>
      <vt:lpstr>2009 - 2010 </vt:lpstr>
      <vt:lpstr>2011 - 2012 </vt:lpstr>
      <vt:lpstr>2015 - 2016</vt:lpstr>
      <vt:lpstr>A:</vt:lpstr>
      <vt:lpstr>YOU</vt:lpstr>
      <vt:lpstr>US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EEP 153 PROJ 3UGANDA FOOD AND CONSUMER DEMAND DURING WET AND DRY YEARS</dc:title>
  <dc:creator/>
  <cp:lastModifiedBy>H_G</cp:lastModifiedBy>
  <cp:revision>6</cp:revision>
  <dcterms:created xsi:type="dcterms:W3CDTF">2025-04-08T03:29:00Z</dcterms:created>
  <dcterms:modified xsi:type="dcterms:W3CDTF">2025-04-08T15:32:53Z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167C67B254874ACF949C560FFD3C54A8_13</vt:lpwstr>
  </property>
  <property fmtid="{D5CDD505-2E9C-101B-9397-08002B2CF9AE}" pid="3" name="KSOProductBuildVer">
    <vt:lpwstr>2052-12.1.0.20784</vt:lpwstr>
  </property>
</Properties>
</file>